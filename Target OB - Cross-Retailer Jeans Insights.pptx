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Cross-Retailer Jeans Analysis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Key Findings — Target OB Team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13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666666"/>
                </a:solidFill>
                <a:latin typeface="Arial"/>
              </a:rPr>
              <a:t>8 findings across three themes  ·  </a:t>
            </a:r>
            <a:r>
              <a:rPr sz="1000" b="1" i="1">
                <a:solidFill>
                  <a:srgbClr val="555555"/>
                </a:solidFill>
                <a:latin typeface="Arial"/>
              </a:rPr>
              <a:t>Assortment  ·  Pricing &amp; Promo  ·  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C0000"/>
                </a:solidFill>
                <a:latin typeface="Arial Black"/>
              </a:rPr>
              <a:t>A.  </a:t>
            </a:r>
            <a:r>
              <a:rPr sz="1100" b="1" i="0">
                <a:solidFill>
                  <a:srgbClr val="1A1A1A"/>
                </a:solidFill>
                <a:latin typeface="Arial Black"/>
              </a:rPr>
              <a:t>ASSORTMENT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316736"/>
            <a:ext cx="25908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4475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C0000"/>
                </a:solidFill>
                <a:latin typeface="Arial Black"/>
              </a:rPr>
              <a:t>01  </a:t>
            </a:r>
            <a:r>
              <a:rPr sz="950" b="1" i="0">
                <a:solidFill>
                  <a:srgbClr val="1A1A1A"/>
                </a:solidFill>
                <a:latin typeface="Arial"/>
              </a:rPr>
              <a:t>OB Assortment Lags All Competitors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2590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66666"/>
                </a:solidFill>
                <a:latin typeface="Arial"/>
              </a:rPr>
              <a:t>95 CCs across 3 brands — the smallest owned-brand jeans assortment studied. Walmart OB has 4.3× more (406), Kohl's 520, Macy's 335. Depth/style is also thin: 2.2 colors/style vs Walmart 3.6 and Old Navy 4.2.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3347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C0000"/>
                </a:solidFill>
                <a:latin typeface="Arial Black"/>
              </a:rPr>
              <a:t>02·03  </a:t>
            </a:r>
            <a:r>
              <a:rPr sz="950" b="1" i="0">
                <a:solidFill>
                  <a:srgbClr val="1A1A1A"/>
                </a:solidFill>
                <a:latin typeface="Arial"/>
              </a:rPr>
              <a:t>Product Mix Indexes Against the Cross-Shop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07792"/>
            <a:ext cx="2590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66666"/>
                </a:solidFill>
                <a:latin typeface="Arial"/>
              </a:rPr>
              <a:t>Across silhouette, rise, and wash, Target OB sits opposite the broader OB landscape. Wide Leg 12% (vs ~26% competitor avg), Low Rise 23% (Wild Fable–driven, vs &lt;11% at peers), Light Wash 23% (highest of any OB), Dark Wash 16% (below Walmart 20% and Kohl's 28%). Three independent merchandising calls in the same direction — concentrates trend-cycle risk and limits cross-shopping appeal.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6600" y="107899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C0000"/>
                </a:solidFill>
                <a:latin typeface="Arial Black"/>
              </a:rPr>
              <a:t>B.  </a:t>
            </a:r>
            <a:r>
              <a:rPr sz="1100" b="1" i="0">
                <a:solidFill>
                  <a:srgbClr val="1A1A1A"/>
                </a:solidFill>
                <a:latin typeface="Arial Black"/>
              </a:rPr>
              <a:t>PRICING &amp; PROMO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76600" y="1316736"/>
            <a:ext cx="25908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76600" y="144475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C0000"/>
                </a:solidFill>
                <a:latin typeface="Arial Black"/>
              </a:rPr>
              <a:t>04  </a:t>
            </a:r>
            <a:r>
              <a:rPr sz="950" b="1" i="0">
                <a:solidFill>
                  <a:srgbClr val="1A1A1A"/>
                </a:solidFill>
                <a:latin typeface="Arial"/>
              </a:rPr>
              <a:t>Three Brands, One Tight Price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6600" y="1719072"/>
            <a:ext cx="2590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66666"/>
                </a:solidFill>
                <a:latin typeface="Arial"/>
              </a:rPr>
              <a:t>58% of OB CCs in a single $28–$35 band. Universal Thread $28, Wild Fable $32, Ava &amp; Viv $33 stack on top of each other. No premium tier above $40, no entry tier below $20 — three brands compete for the same basket.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600" y="263347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C0000"/>
                </a:solidFill>
                <a:latin typeface="Arial Black"/>
              </a:rPr>
              <a:t>05  </a:t>
            </a:r>
            <a:r>
              <a:rPr sz="950" b="1" i="0">
                <a:solidFill>
                  <a:srgbClr val="1A1A1A"/>
                </a:solidFill>
                <a:latin typeface="Arial"/>
              </a:rPr>
              <a:t>OB Price Pressed from All Sides at 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6600" y="2907792"/>
            <a:ext cx="2590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66666"/>
                </a:solidFill>
                <a:latin typeface="Arial"/>
              </a:rPr>
              <a:t>Macy's OB collapses $60 → $36 (90% on sale, 40% off). Kohl's compresses to $30–$40 (71% on sale). Target's own 3P at $35–$50 IQR (87% on sale) — 30% sits at or below OB Q3 ($35). Only Target NB (1P) holds firm at $65 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6600" y="382219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C0000"/>
                </a:solidFill>
                <a:latin typeface="Arial Black"/>
              </a:rPr>
              <a:t>06  </a:t>
            </a:r>
            <a:r>
              <a:rPr sz="950" b="1" i="0">
                <a:solidFill>
                  <a:srgbClr val="1A1A1A"/>
                </a:solidFill>
                <a:latin typeface="Arial"/>
              </a:rPr>
              <a:t>Promo: Infrequent But Deep — an Outlier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6600" y="4096512"/>
            <a:ext cx="2590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66666"/>
                </a:solidFill>
                <a:latin typeface="Arial"/>
              </a:rPr>
              <a:t>20% on sale at avg 43% off. Walmart 14% / Old Navy 4% (low frequency). Kohl's 71% on sale at just 18% off (high frequency, shallow). Target alone in the deep-infrequent quadrant — risks training markdown-wait behavior.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107899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C0000"/>
                </a:solidFill>
                <a:latin typeface="Arial Black"/>
              </a:rPr>
              <a:t>C.  </a:t>
            </a:r>
            <a:r>
              <a:rPr sz="1100" b="1" i="0">
                <a:solidFill>
                  <a:srgbClr val="1A1A1A"/>
                </a:solidFill>
                <a:latin typeface="Arial Black"/>
              </a:rPr>
              <a:t>WHITE SPACE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6000" y="1316736"/>
            <a:ext cx="25908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6000" y="144475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C0000"/>
                </a:solidFill>
                <a:latin typeface="Arial Black"/>
              </a:rPr>
              <a:t>07  </a:t>
            </a:r>
            <a:r>
              <a:rPr sz="950" b="1" i="0">
                <a:solidFill>
                  <a:srgbClr val="1A1A1A"/>
                </a:solidFill>
                <a:latin typeface="Arial"/>
              </a:rPr>
              <a:t>Plus-Size Customer Served by 3P, Not 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1719072"/>
            <a:ext cx="2590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66666"/>
                </a:solidFill>
                <a:latin typeface="Arial"/>
              </a:rPr>
              <a:t>50% of Target 3P (1,261 CCs) is plus-size brands — Woman Within 729, Roaman's 243, Jessica London 106. Ava &amp; Viv has 14 CCs to compete. Walmart's plus posture is materially deeper: Terra &amp; Sky 93 OB plus Just My Size 214 NB. Largest OB white space by far.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2633472"/>
            <a:ext cx="259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CC0000"/>
                </a:solidFill>
                <a:latin typeface="Arial Black"/>
              </a:rPr>
              <a:t>08  </a:t>
            </a:r>
            <a:r>
              <a:rPr sz="950" b="1" i="0">
                <a:solidFill>
                  <a:srgbClr val="1A1A1A"/>
                </a:solidFill>
                <a:latin typeface="Arial"/>
              </a:rPr>
              <a:t>NB Strategy: Curated Premium vs Broad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0" y="2907792"/>
            <a:ext cx="2590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0">
                <a:solidFill>
                  <a:srgbClr val="666666"/>
                </a:solidFill>
                <a:latin typeface="Arial"/>
              </a:rPr>
              <a:t>Target NB: 67 CCs / 2 brands (Levi's + KBB). Walmart NB: 2,666 / 36 (Lee 732, Sofia Vergara 274, Gloria Vanderbilt, Wrangler, Levi Strauss Signature). Levi's plays three roles: $70 Target (premium) · $40 Walmart (value) · $75 standalone.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666666"/>
                </a:solidFill>
                <a:latin typeface="Arial"/>
              </a:rPr>
              <a:t>Numbers reflect 7,773 colorway records across 11 retailer groups (Apr 2026).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Insight 01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OB Assortment Lags All Competitors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A1A1A"/>
                </a:solidFill>
                <a:latin typeface="Arial"/>
              </a:rPr>
              <a:t>Target OB is the smallest owned-brand jeans assortment of any retailer studied — and the plus-size sub-brand is materially undersized.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Total OB Assortment by Retailer (CCs)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Horizontal bar, sorted descending. Target OB highlighted. Annotate # styles + colors/style.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Plus-Focused OB Depth — CC Count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Bar comparison: Ava &amp; Viv vs Terra &amp; Sky vs Kohl's SO. Highlight the 14 vs 93 vs 166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555555"/>
                </a:solidFill>
                <a:latin typeface="Arial"/>
              </a:rPr>
              <a:t>Total CCs: Target 95 · Walmart 406 · Macy's 335 · Kohl's 520 · Amazon 78. Plus-OB CCs: Ava &amp; Viv 14 · Terra &amp; Sky 93 · Kohl's SO 166. Depth/style: Target 2.2 vs Walmart 3.6, Old Navy 4.2, Amazon 4.6.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Insight 02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Silhouette + Rise Mix Misaligned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A1A1A"/>
                </a:solidFill>
                <a:latin typeface="Arial"/>
              </a:rPr>
              <a:t>Target OB under-indexes on the dominant Wide Leg silhouette and over-indexes on Low Rise — concentrating trend-cycle risk.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Wide Leg Share by OB Group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Bar chart sorted descending. Target OB highlighted as laggard at 12%.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Low Rise Share by OB Group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Bar chart sorted descending. Target OB elevated at 23%; only AE (26%) higher. Annotate Wild Fable as driver.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555555"/>
                </a:solidFill>
                <a:latin typeface="Arial"/>
              </a:rPr>
              <a:t>Wide Leg: Target 12% vs Walmart 26%, Macy's 27%, Old Navy 21%, AE 18%. Low Rise: Target 23% vs Walmart 1.5%, Macy's 0%, Kohl's 11%, AE 26%. Wild Fable's low-rise-heavy assortment becomes hard to move if the trend cycle shifts.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Insight 03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Wash Mix Skews Light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A1A1A"/>
                </a:solidFill>
                <a:latin typeface="Arial"/>
              </a:rPr>
              <a:t>Target OB indexes highest in Light Wash and lightest in Dark — opposite the broader OB pattern.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08760"/>
            <a:ext cx="822960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86384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Wash Mix by OB Group (100% Stacked)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Horizontal 100% stacked bar — Light / Medium / Dark / Black / Color. One row per OB group. Light slice prominent for Target; Dark slice prominent for Kohl's. Full width for clarity.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555555"/>
                </a:solidFill>
                <a:latin typeface="Arial"/>
              </a:rPr>
              <a:t>Light Wash: Target 23% · Walmart 18% · Kohl's 18% · Macy's 8%. Dark Wash: Target 16% · Walmart 20% · Macy's 17% · Kohl's 28%. Medium Wash broadly aligned at ~27%.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Insight 04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Three Brands, One Tight Price Cluster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A1A1A"/>
                </a:solidFill>
                <a:latin typeface="Arial"/>
              </a:rPr>
              <a:t>Three OB brands stack on top of each other in a single $28-$35 band — no upmarket or downmarket ladder.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Target OB Price Distribution by Brand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Box plot per brand at current price. Overlay shaded $28-$35 cluster band. Single chart, full-width.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Share of Target OB CCs by Price Band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Horizontal stacked bar: &lt;$20 / $20-$28 / $28-$35 / $35-$45 / $45+. The 58% in $28-$35 should dominate.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555555"/>
                </a:solidFill>
                <a:latin typeface="Arial"/>
              </a:rPr>
              <a:t>Universal Thread median $28 (44 CCs) · Wild Fable $32 (37) · Ava &amp; Viv $33 (14). Combined IQR $28-$36. No premium tier above $40, no entry tier below $20.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Insight 05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OB Price Pressed from All Sides at Current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A1A1A"/>
                </a:solidFill>
                <a:latin typeface="Arial"/>
              </a:rPr>
              <a:t>Competitor discounting and Target's own 3P erode the OB premium read; only Target NB (1P) holds price firmly.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Original vs Current Price IQR — OB Groups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Floating-bar comparison per OB. Show the IQR collapse from original to current. Highlight Macy's $60→$36 collapse.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Target OB vs NB vs 3P — Current Price Distribution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Three-way box plot (or violin). Annotate the 30% of 3P that sits at or below OB Q3 ($35).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555555"/>
                </a:solidFill>
                <a:latin typeface="Arial"/>
              </a:rPr>
              <a:t>Macy's OB collapses $60 med → $36 (90% on sale, 40% off). Kohl's compresses to $30-$40 (71% on sale). Target 3P at $35-$50 (87% on sale, 34% off) — 30% below OB Q3 ($35). Target NB stays at $65 med, only 13% on sale.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Insight 06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Promo: Infrequent But Deep — an Outlier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A1A1A"/>
                </a:solidFill>
                <a:latin typeface="Arial"/>
              </a:rPr>
              <a:t>Target OB sits alone on the depth-of-discount axis — risks training the customer to wait for markdowns.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08760"/>
            <a:ext cx="822960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86384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Promo Posture Across OB Programs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Scatter: x = % CCs on sale, y = avg discount when on sale. Each retailer plotted; Target OB labelled and highlighted as the outlier in the deep-infrequent quadrant.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555555"/>
                </a:solidFill>
                <a:latin typeface="Arial"/>
              </a:rPr>
              <a:t>Target OB 20% on sale at 43% off (deep, infrequent). Walmart OB 14% on sale (low frequency). Old Navy 4% (almost no promo). Kohl's OB 71% on sale at 18% off (high frequency, shallow). Target's posture is the outlier.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Insight 07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Plus-Size Customer Served by 3P, Not OB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A1A1A"/>
                </a:solidFill>
                <a:latin typeface="Arial"/>
              </a:rPr>
              <a:t>Half of Target 3P is plus-size brands. Ava &amp; Viv competes with 14 CCs against 1,261 — the single largest white space for the OB team.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Target Plus-Size Assortment by Source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Stacked bar showing OB / NB / 3P share of plus-size CCs at Target. The 14 vs 1,261 contrast carries the slide.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Plus-Size Brand Depth Across Retailers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Bar chart of CC counts for the largest plus-focused brand at each retailer (Ava &amp; Viv vs Terra &amp; Sky vs Kohl's SO vs Walmart Just My Size, etc.).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555555"/>
                </a:solidFill>
                <a:latin typeface="Arial"/>
              </a:rPr>
              <a:t>Target 3P plus brands: Woman Within 729 · Roaman's 243 · Jessica London 106 · AVENUE 67 · Catherines 66. Walmart's plus posture: Terra &amp; Sky 93 OB + Just My Size 214 NB + others.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 i="0">
                <a:solidFill>
                  <a:srgbClr val="1A1A1A"/>
                </a:solidFill>
                <a:latin typeface="Arial Black"/>
              </a:rPr>
              <a:t>Insight 08</a:t>
            </a:r>
            <a:r>
              <a:rPr sz="1800" b="0" i="0">
                <a:solidFill>
                  <a:srgbClr val="C0C0C0"/>
                </a:solidFill>
                <a:latin typeface="Arial"/>
              </a:rPr>
              <a:t>  |  </a:t>
            </a:r>
            <a:r>
              <a:rPr sz="1800" b="0" i="0">
                <a:solidFill>
                  <a:srgbClr val="444444"/>
                </a:solidFill>
                <a:latin typeface="Arial"/>
              </a:rPr>
              <a:t>NB Strategy: Curated Premium vs Broad Value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58368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A1A1A"/>
                </a:solidFill>
                <a:latin typeface="Arial"/>
              </a:rPr>
              <a:t>Target keeps the 1P NB shelf premium and narrow; Walmart competes on breadth. Levi's plays three different roles by retailer.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371600"/>
            <a:ext cx="8229600" cy="0"/>
          </a:xfrm>
          <a:prstGeom prst="line">
            <a:avLst/>
          </a:prstGeom>
          <a:ln w="63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National-Brand Breadth by Retailer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Two side-by-side bars per retailer: total NB CCs (left) and # of distinct brands (right). Target's narrowness vs Walmart's breadth is the takeaway.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508760"/>
            <a:ext cx="4023360" cy="2926080"/>
          </a:xfrm>
          <a:prstGeom prst="rect">
            <a:avLst/>
          </a:prstGeom>
          <a:solidFill>
            <a:srgbClr val="FAFAFA"/>
          </a:solidFill>
          <a:ln w="9525">
            <a:solidFill>
              <a:srgbClr val="C0C0C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581912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CC0000"/>
                </a:solidFill>
                <a:latin typeface="Arial Black"/>
              </a:rPr>
              <a:t>CHART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365760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Arial"/>
              </a:rPr>
              <a:t>Levi's Price Posture by Retailer</a:t>
            </a:r>
          </a:p>
          <a:p>
            <a:pPr algn="ctr">
              <a:spcBef>
                <a:spcPts val="600"/>
              </a:spcBef>
            </a:pPr>
            <a:r>
              <a:rPr sz="950" b="0" i="1">
                <a:solidFill>
                  <a:srgbClr val="666666"/>
                </a:solidFill>
                <a:latin typeface="Arial"/>
              </a:rPr>
              <a:t>Three-bar comparison of Levi's median price + sale% across Target NB, Walmart NB, Levi's standalone. Reveals Target's $70 ceiling and Walmart's $40 floor.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555555"/>
                </a:solidFill>
                <a:latin typeface="Arial"/>
              </a:rPr>
              <a:t>Target NB: 67 CCs · 2 brands (Levi's + KBB by Kahlana). Walmart NB: 2,666 CCs · 36 brands (Lee, Sofia Vergara, Gloria Vanderbilt, Wrangler, Jessica Simpson, Levi's, Levi Strauss Signature). Levi's: Target med $70 (15% on sale) · Walmart med $40 (14%) · Standalone med $75 (54%).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0" i="0">
                <a:solidFill>
                  <a:srgbClr val="C0C0C0"/>
                </a:solidFill>
                <a:latin typeface="Arial"/>
              </a:rPr>
              <a:t>A&amp;M | Target OB Competitive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646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0C0C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